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55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课程设计汇报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200"/>
              </a:spcAft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基于 Vue + Spring Boot + MySQL 的</a:t>
            </a:r>
            <a:br/>
            <a:r>
              <a:t>菜谱分享与管理系统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22860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食光菜谱系统 · 分享美味 · 记录生活 · 连接美食社区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姓名：XXX        课程：XXX        班级：XXX</a:t>
            </a:r>
            <a:br/>
            <a:r>
              <a:t>日期：2026 年 6 月 1 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200"/>
              </a:spcAft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17320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说明项目来源、用户角色、功能与非功能需求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29967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30552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系统总体设计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048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技术架构、数据流图、功能模块划分与前端路由设计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980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843784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11810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E-R 图、关系模式与核心数据表结构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56432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557015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5112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系统详细设计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31335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核心业务流程、登录认证、冰箱寻菜与 API 接口设计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69663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270248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224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系统实现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5445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用户端、管理员端、后端实现要点与界面展示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82896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983480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257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测试环境、测试策略与功能测试结果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96128"/>
            <a:ext cx="10515600" cy="4572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50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696712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5650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AI 工具辅助开发总结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971031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AI 工具使用总览与辅助开发作用总结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项目背景与需求分析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说明项目来源、用户角色、功能需求和非功能需求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1.1 项目背景与研究意义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从日常生活痛点和课程实践两个角度说明项目建设的必要性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3/28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▎问题背景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随着生活节奏加快，日常做饭时经常面临'想吃什么、家里有什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么、怎么做'的三大难题。菜谱内容分散在聊天记录、短视频收藏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和零散网页中，检索效率低，也不利于长期沉淀和分享。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65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▎项目定位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食光菜谱系统面向美食分享与管理场景，提供菜谱浏览、搜索、发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布、收藏、评论和后台治理能力，致力于打造一个温暖的美食社区。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65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▎课程价值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项目采用 Vue 3 + Spring Boot 3 + MySQL 的前后端分离架构，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贯通需求分析、数据库设计、接口开发、前后端联调与测试全流程，</a:t>
            </a:r>
          </a:p>
          <a:p>
            <a:pPr>
              <a:lnSpc>
                <a:spcPts val="1650"/>
              </a:lnSpc>
              <a:spcAft>
                <a:spcPts val="2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适合作为课程设计中综合实践的完整案例。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Vue 3 + Vite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前端组件化开发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15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Element Plus UI库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626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Pinia 状态管理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5029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Spring Boot 3.3.7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RESTful API 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78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MyBatis-Plus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256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JWT 认证鉴权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72000"/>
            <a:ext cx="5029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74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MySQL 8.4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394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关系数据持久化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418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7 张核心业务表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8887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逻辑删除设计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 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1.2 用户角色与权限分析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系统包含三种角色：游客、普通用户和管理员，权限边界清晰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4/28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2980B9"/>
                </a:solidFill>
                <a:latin typeface="Microsoft YaHei"/>
              </a:defRPr>
            </a:pPr>
            <a:r>
              <a:t>游客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651760"/>
            <a:ext cx="13716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浏览菜谱列表与详情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按分类和关键词搜索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查看评论与收藏数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无需登录即可访问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64592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👨‍🍳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普通用户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651760"/>
            <a:ext cx="13716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发布/编辑/删除自己的菜谱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收藏与取消收藏菜谱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发表评论与互动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冰箱寻菜智能匹配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维护个人资料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64592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800" b="0">
                <a:solidFill>
                  <a:srgbClr val="2D2D2D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286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管理员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651760"/>
            <a:ext cx="137160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系统统计概览面板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用户启停管理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菜谱上下架审核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分类新增/编辑/删除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•  评论内容治理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 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1.3 功能需求分析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围绕用户端内容发现、内容生产和互动闭环设计，管理员端负责内容治理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5/28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4864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对应页面 / 接口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注册登录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用户名密码注册，登录后 JWT 保存 token 与用户信息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/login、/register、POST /api/user/login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菜谱浏览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首页推荐、最新上传、热门榜单、分页列表浏览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/、/recipes、GET /api/recipe/list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搜索筛选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关键词搜索、分类筛选；后端按标题、简介和食材名匹配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 /api/recipe/list?keyword=&amp;categoryId=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封面、简介、难度、时间、食材清单、步骤、作者信息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/recipe/:id、GET /api/recipe/{id}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发布菜谱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填基础信息、动态添加食材和步骤、小贴士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/publish、POST /api/recipe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收藏评论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登录用户收藏/取消收藏，发表评论刷新详情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 /api/favorite、POST /api/comment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冰箱寻菜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选择已有食材，前端按匹配度计算可做菜谱列表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/fridge（纯前端匹配算法）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统计面板、用户启停、菜谱上下架、分类维护、评论治理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/admin、GET/POST /api/admin/**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01 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1.4 非功能需求分析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覆盖数据安全性、响应性能、界面易用性和可维护性四个维度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6/28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数据安全性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密码使用 BCrypt 加盐加密存储，不可逆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JWT 令牌认证，每次请求携带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80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AuthInterceptor 拦截未登录请求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后台接口校验 ADMIN 角色，用户禁用后 token 失效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响应性能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列表分页查询，pageSize 最大 50 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常用字段建立数据库索引（title, status, create_time）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80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axios 设置 15 秒超时，统一错误拦截提示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28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前端 keep-alive 缓存页面状态，减少重复加载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界面易用性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首页突出搜索框、分类入口和推荐卡片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发布页按基础信息、食材、步骤分区填写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95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后台通过统计卡片、Tab 和表格组织管理任务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43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表单实时校验，操作后即时反馈提示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605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2D2D2D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可维护性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前后端分离，独立部署和开发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统一 Result 响应格式，前端只需判断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95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BusinessException 统一异常处理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843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• 逻辑删除设计（deleted 字段），便于数据恢复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从技术架构、数据流和功能模块三个层面描述系统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7/28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2.1 系统总体架构设计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经典三层架构：表现层（Vue 3）、业务逻辑层（Spring Boot）、数据层（MySQL）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8/28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37360"/>
            <a:ext cx="9418320" cy="12801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0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FFFFDD"/>
                </a:solidFill>
                <a:latin typeface="Microsoft YaHei"/>
              </a:defRPr>
            </a:pPr>
            <a:r>
              <a:t>Vue 3 + Vite 6 + Element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FFFFEE"/>
                </a:solidFill>
                <a:latin typeface="Microsoft YaHei"/>
              </a:defRPr>
            </a:pPr>
            <a:r>
              <a:t>Vue Router 路由管理 · Pinia 状态管理 · Axios HTTP 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91839"/>
            <a:ext cx="9418320" cy="12801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4289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94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FFFFDD"/>
                </a:solidFill>
                <a:latin typeface="Microsoft YaHei"/>
              </a:defRPr>
            </a:pPr>
            <a:r>
              <a:t>Spring Boot 3.3.7 + MyBatis-Plus 3.5.9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690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FFFFEE"/>
                </a:solidFill>
                <a:latin typeface="Microsoft YaHei"/>
              </a:defRPr>
            </a:pPr>
            <a:r>
              <a:t>Controller 接收请求 · Service 业务处理 · Mapper 数据访问 · JWT 认证拦截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846320"/>
            <a:ext cx="941832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FFFFDD"/>
                </a:solidFill>
                <a:latin typeface="Microsoft YaHei"/>
              </a:defRPr>
            </a:pPr>
            <a:r>
              <a:t>MySQL 8.4 + 7 张核心业务表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2355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FFFFEE"/>
                </a:solidFill>
                <a:latin typeface="Microsoft YaHei"/>
              </a:defRPr>
            </a:pPr>
            <a:r>
              <a:t>user · category · recipe · recipe_ingredient · recipe_step · favorite · comment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▎数据流说明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① 用户在浏览器中操作 Vue 3 前端页面，通过 Vue Router 切换视图。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② 前端通过 Axios 发送 HTTP 请求到 /api 路径，请求头携带 JWT token。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③ Spring Boot 的 AuthInterceptor 拦截请求，解析 token 并写入 UserContext。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④ Controller 接收请求后调用 Service 层处理业务逻辑。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⑤ Service 通过 MyBatis-Plus Mapper 操作 MySQL 数据库。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⑥ 后端统一返回 Result JSON 格式，前端通过响应拦截器统一处理。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2.2 前端路由与页面结构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Vue Router 管理 9 条路由，区分公开页面、需登录页面和管理员页面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9/28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页面名称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Home 首页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/recipes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RecipeList 菜谱列表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/recipe/:id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RecipeDetail 菜谱详情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/fridge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FridgeFinder 冰箱寻菜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/login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Login 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Register 注册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/publish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Publish 发布菜谱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Profile 个人中心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/admin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Admin 后台管理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▎路由设计要点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使用 Vue Router 4 动态路由匹配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keep-alive 缓存首页、列表页和冰箱寻菜页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（返回时保留滚动位置和搜索状态）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详情页 /recipe/:id 按 ID 参数动态加载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路由守卫根据 meta.auth 判断是否需要登录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未登录自动跳转 /login，登录后回调原页面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管理员路由 meta.admin 需校验角色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▎组件结构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App.vue → RouterView → 各页面组件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├── recipeCard.vue（菜谱卡片）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├── NavBar（顶部导航，App.vue 内嵌）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└── Footer（底部信息，App.vue 内嵌）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2.3 后端分层架构设计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Controller → Service → Mapper 三层，配合拦截器、统一响应和异常处理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10/28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94360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包路径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职责说明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Controller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controller/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接收 HTTP 请求，参数校验，调用 Service，返回 Result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service/ + service/impl/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业务逻辑处理，事务管理，调用 Mapper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Mapper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mapper/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MyBatis-Plus 数据访问，继承 BaseMapper&lt;T&gt;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entity/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实体类映射数据库表，使用 @TableName 注解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config/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WebConfig 跨域与拦截器、MybatisPlusConfig 分页插件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Interceptor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interceptor/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AuthInterceptor 解析 JWT，写入 UserContext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206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▎关键技术组件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JwtUtil：生成和解析 JWT 令牌，设置过期时间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UserContext：ThreadLocal 存储当前请求用户信息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AuthInterceptor：实现 HandlerInterceptor 接口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preHandle 中解析 token → 校验用户状态 → 写入上下文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GlobalExceptionHandler：@ControllerAdvice 全局异常捕获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Result / PageResult：统一响应格式 {code, msg, data}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MyBatis-Plus 分页插件：PaginationInnerInterceptor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▎请求处理流程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1. 客户端发送 HTTP 请求到 /api/**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2. WebConfig 中 CORS 过滤器处理跨域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3. AuthInterceptor 解析 JWT 令牌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4. 校验用户状态（是否被禁用）和角色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5. Controller 接收请求，参数绑定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6. Service 执行业务逻辑（事务保护）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7. Mapper 操作数据库，返回结果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8. Controller 封装 Result 并返回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 总体设计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2.4 技术选型与版本说明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前端、后端、数据库、工具链的完整技术栈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11/28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594360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用途说明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Vue 3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3.5+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Composition API 开发，组件化构建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构建工具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极速热更新，ESM 原生支持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UI 组件库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Element Plus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企业级组件，统一交互风格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状态管理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Pinia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轻量状态管理，存储用户登录态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路由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Vue Router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4.x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SPA 路由管理，导航守卫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HTTP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Axios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请求封装，拦截器统一处理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3.3.7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Java 后端，自动配置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MyBatis-Plus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3.5.9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简化 CRUD，分页插件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安全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JWT (jjwt)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0.12.6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无状态认证，令牌校验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加密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BCrypt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内置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密码单向加密存储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关系型数据库，InnoDB 引擎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开发工具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VS Code /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前端 / 后端开发环境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E-R 图、关系模式与核心数据表字段结构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 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3.1 数据库 E-R 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7 张核心表及实体间关系：用户、分类、菜谱、食材、步骤、收藏、评论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13/28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Consolas"/>
              </a:defRPr>
            </a:pPr>
            <a:r>
              <a:t>▎实体关系说明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┌─────────┐          ┌──────────────┐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│  user   │ 1 ──── N │   recipe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│ 用户表  │          │   菜谱表 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└─────────┘          └──┬───┬───┬──┘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│   │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┌──────────┘   │   └──────────┐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│ 1:N          │ 1:N          │ 1:N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┌──────┴──────┐ ┌────┴─────┐ ┌──────┴──────┐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│recipe_ingred │ │recipe_step│ │  favorite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│  食材明细    │ │  步骤明细 │ │   收藏表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└─────────────┘ └──────────┘ └──────┬──────┘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       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┌──────┐    │ N:1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│category│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│ 分类表 │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└──────┘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        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┌─────────┐          ┌──────────────┐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│  user   │ 1 ──── N │   comment    │◄───┘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│ 用户表  │          │   评论表 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└─────────┘          └──────┬───────┘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       │ N:1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┌──────┴──────┐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│   recipe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│   菜谱表     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             └─────────────┘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▎核心关系总结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user → recipe（1:N）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一个用户可发布多个菜谱，通过 user_id 外键关联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category → recipe（1:N）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一个分类下包含多个菜谱，通过 category_id 关联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recipe → recipe_ingredient（1:N）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一个菜谱包含多个食材明细，通过 recipe_id 关联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recipe → recipe_step（1:N）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一个菜谱包含多个步骤，按 sort_order 排序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user + recipe → favorite（联合唯一）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同一用户对同一菜谱只能收藏一次，user_id + recipe_id 联合唯一约束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recipe → comment（1:N）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一个菜谱有多条评论，通过 recipe_id 关联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user → comment（1:N）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一个用户可发表多条评论，通过 user_id 关联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 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3.2 核心数据表字段说明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展示 user、recipe、category 三张主表的字段设计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14/28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  <a:gridCol w="36576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表名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username, password, nickname, avatar, bio, role, status, create_time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BIGINT/VARCHAR/INT/DATETIME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用户表，密码 BCrypt 加密存储，role 区分普通用户/管理员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name, sort_order,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BIGINT/VARCHAR/INT/DATETIME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菜谱分类表，如家常菜、川菜、甜品等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recipe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title, intro, cover_image, category_id, user_id, difficulty, cook_time, tips, status, like_count, comment_count, create_time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BIGINT/VARCHAR/INT/DATETIME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菜谱主表，关联 category 和 user，冗余统计字段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recipe_ingredient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recipe_id, name, amount, sort_order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菜谱食材明细表，按 sort_order 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recipe_step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recipe_id, content, image, sort_order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BIGINT/VARCHAR/INT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菜谱步骤表，每步可配图片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favorite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user_id, recipe_id,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收藏表，user_id+recipe_id 联合唯一索引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id, recipe_id, user_id, content, create_time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BIGINT/VARCHAR/DATETIME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评论表，关联 recipe 和 user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系统详细设计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核心业务流程、登录认证、冰箱寻菜与 API 接口设计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 详细设计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4.1 登录认证流程设计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基于 JWT 的无状态认证机制，结合拦截器和 ThreadLocal 实现用户上下文传递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16/28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▎登录流程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① 用户输入用户名和密码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前端表单校验 → 发送 POST /api/user/login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② 后端验证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UserService 查询用户 → BCrypt 校验密码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→ 检查用户状态（是否被禁用）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③ 生成 JWT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JwtUtil 生成 token，包含 userId 和 role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设置过期时间，返回给前端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④ 前端存储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Pinia store 保存 token、userId、role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localStorage 持久化，页面刷新不丢失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▎请求拦截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⑤ 每次请求携带 token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Axios 请求拦截器在 Authorization 头添加 Bearer token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⑥ AuthInterceptor 解析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解析 JWT → 查询用户 → 校验 status → 写入 UserContext（ThreadLocal）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需要 ADMIN 角色的接口额外校验 role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⑦ 请求结束后清理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afterCompletion 中清除 ThreadLocal，防止内存泄漏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029200" cy="45720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▎流程图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用户输入账号密码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前端 POST /api/user/login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UserService.login()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┌────┴────┐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│密码正确？│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└────┬────┘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N    │    Y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│    │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▼    │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返回    │  JwtUtil.generate()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401     │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返回 token + 用户信息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Pinia 存储 + localStorage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后续请求携带 token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   ▼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   │ AuthInterceptor 拦截解析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 详细设计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4.2 发布菜谱流程设计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涉及主表、食材子表和步骤子表的事务性写入，保证数据一致性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17/28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▎发布流程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① 前端表单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/publish 页面分三个区域：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• 基础信息区：标题、分类、简介、难度、烹饪时间、封面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• 食材清单区：动态添加/删除食材行（名称 + 用量）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• 制作步骤区：动态添加/删除步骤（文字 + 可选图片）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② 前端校验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Element Plus 表单校验：必填项、字数限制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提交前组装完整 JSON 对象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③ 后端处理（@Transactional）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RecipeService.create() 开启事务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1. 插入 recipe 主表记录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2. 获取自增主键 recipe_id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3. 遍历食材列表，批量插入 recipe_ingredient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4. 遍历步骤列表，批量插入 recipe_step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  5. 事务提交，任一失败则全部回滚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100" b="1">
                <a:solidFill>
                  <a:srgbClr val="2D2D2D"/>
                </a:solidFill>
                <a:latin typeface="Microsoft YaHei"/>
              </a:defRPr>
            </a:pPr>
            <a:r>
              <a:t>④ 前端跳转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发布成功后 router.push 到菜谱详情页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029200" cy="45720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▎数据流转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POST /api/recipe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Body: {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"title": "...",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"categoryId": 1,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"intro": "...",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"difficulty": 1,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"cookTime": 30,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"ingredients": [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{"name":"番茄","amount":"2个"},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{"name":"鸡蛋","amount":"3个"}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],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"steps": [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{"content":"步骤1...","sortOrder":1},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  {"content":"步骤2...","sortOrder":2}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],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"tips": "小贴士..."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Response: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{ "code": 200, "data": { "id": 107 }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 详细设计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4.3 冰箱寻菜匹配算法设计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纯前端匹配算法，区分主料和调味料的权重，按匹配度排序推荐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18/28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Consolas"/>
              </a:defRPr>
            </a:pPr>
            <a:r>
              <a:t>▎设计思路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冰箱寻菜是纯前端实现的匹配功能，不需要后端接口。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用户从 39 种食材中选择已有的食材，系统计算每道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菜谱与用户食材的匹配度。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▎食材分类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• 主料（29 种）：包菜、土豆、牛肉、鸡肉、鸡蛋等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→ 匹配权重占 70%，决定菜谱是否【能做】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• 调味料（10 种）：盐、生抽、糖、葱花、香菜等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→ 匹配权重占 30%，作为辅助参考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▎匹配算法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for each recipe: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mainRequired = ingredients 中的主料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seasonRequired = ingredients 中的调味料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matchedMain = mainRequired ∩ userSelected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matchedSeason = seasonRequired ∩ userSelected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score = matchedMain/mainRequired × 0.7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      + matchedSeason/seasonRequired × 0.3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  matchPercent = round(score × 100)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▎匹配标签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100% = 完全够做  |  ≥80% = 很适合做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Consolas"/>
              </a:defRPr>
            </a:pPr>
            <a:r>
              <a:t>≥60% = 还差一点  |  &lt;60% = 备菜参考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029200" cy="45720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▎前端实现流程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1. loadRecipes()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分页拉取全部菜谱（最多 120 条），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提取每道菜的食材列表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2. 用户点击食材按钮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toggleIngredient() 切换选中状态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飞入动画：食材图标飞入锅中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3. 点击【开始匹配】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searchRecipes() 计算匹配度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按匹配度降序排列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过滤掉匹配度为 0 的菜谱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4. 结果展示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匹配度进度条 + 百分比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已有主料 / 已有调味料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缺少主料 / 缺少调味料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 分类标签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锅的 CSS 动画：蒸汽 + 火焰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食材飞入动画：CSS @keyframes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页面 keep-alive 缓存，返回不丢失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 详细设计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4.4 RESTful API 接口设计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统一 Result 响应格式，按模块划分接口，区分公开接口和需认证接口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19/28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3200400"/>
                <a:gridCol w="1371600"/>
                <a:gridCol w="4572000"/>
              </a:tblGrid>
              <a:tr h="26894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接口路径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/api/user/register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用户注册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/api/user/login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用户登录，返回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/api/user/me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获取当前用户信息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/api/category/list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获取全部分类列表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/api/recipe/list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分页查询菜谱（支持 keyword, categoryId）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/api/recipe/{id}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菜谱详情（含食材、步骤、作者）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/api/recipe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发布菜谱（事务写入主表+子表）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/api/recipe/{id}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编辑菜谱（仅作者）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/api/recipe/{id}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删除菜谱（逻辑删除）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/api/favorite/{recipeId}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收藏/取消收藏（toggle）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评论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/api/comment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发表评论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评论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/api/comment/{id}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删除评论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/api/admin/stats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统计概览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GET/PUT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/api/admin/users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用户管理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GET/PUT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/api/admin/recipes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菜谱管理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689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POST/PUT/DEL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/api/admin/categories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分类管理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用户端、管理员端功能实现与后端技术要点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 系统实现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5.1 用户端功能实现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以美食社区体验为核心，实现内容发现、创作和互动闭环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21/28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▎首页与内容发现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顶部搜索框 + 分类快捷入口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推荐菜谱区（hero 大图展示）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热门榜单（按收藏数排序）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最新上传（按发布时间排序）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分类点击跳转列表页并自动定位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▎菜谱列表与搜索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分页展示，每页 18 条（6 行 × 3 列）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分类筛选 + 关键词搜索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后端按标题、简介和食材名匹配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卡片悬浮效果，整卡可点击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▎菜谱详情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封面大图 + 基础信息（难度、时间）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食材清单 + 步骤详情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作者信息 + 收藏按钮 + 评论列表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收藏状态实时切换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▎发布菜谱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分区表单：基础信息→食材→步骤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动态增删食材行和步骤行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表单实时校验，提交前验证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▎冰箱寻菜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主料区 + 调味料区分区展示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点击食材飞入锅中动画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匹配度计算 + 结果展示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▎关键技术实现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keep-alive 缓存页面状态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首页、列表页、冰箱寻菜页缓存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返回时保留滚动位置和选中状态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Pinia 状态管理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token 持久化存储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userInfo 全局共享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登录状态驱动 UI 变化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Axios 请求封装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统一 baseURL: /api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请求拦截器注入 token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响应拦截器统一处理错误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15 秒超时自动提示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Vue Router 导航守卫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beforeEach 检查登录状态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meta.auth 标记需登录页面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未登录跳转登录页并记录回调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• Element Plus 组件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el-pagination 分页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el-table 后台列表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el-form 表单校验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Microsoft YaHei"/>
              </a:defRPr>
            </a:pPr>
            <a:r>
              <a:t>  el-message 操作提示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 系统实现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5.2 管理员端功能实现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覆盖轻量后台管理场景：统计面板、用户管理、菜谱管理、分类维护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22/28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▎管理员端架构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独立路由 /admin，meta.admin = true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AuthInterceptor 校验 ADMIN 角色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非管理员访问返回 403 状态码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前端路由守卫配合后端拦截双重保障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▎统计面板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用户总数、菜谱总数、分类总数、评论总数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四个统计卡片，数字醒目展示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后端 AdminService 聚合查询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▎用户管理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用户列表分页展示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启用/禁用操作（status 字段）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被禁用用户 token 立即失效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禁止禁用管理员账号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▎菜谱管理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菜谱列表分页展示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上架/下架操作（status 字段）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下架菜谱不在前端列表展示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可查看菜谱详情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▎分类管理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分类列表展示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新增、编辑、删除分类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删除前校验是否有关联菜谱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▎后台管理页结构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┌─────────────────────┐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统计卡片（4 个）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├─────────────────────┤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Tab: 用户 | 菜谱 | 分类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├─────────────────────┤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          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el-table 表格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• 分页数据  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• 操作按钮列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• 状态标签  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             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├─────────────────────┤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│    el-pagination    │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└─────────────────────┘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Consolas"/>
              </a:defRPr>
            </a:pPr>
            <a:r>
              <a:t>▎后端实现要点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AdminController 统一前缀 /api/admin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每个方法添加 @AdminRequired 或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  手动校验 UserContext.getRole()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用户管理：更新 status 字段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菜谱管理：更新 status 字段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分类管理：CRUD + 关联校验</a:t>
            </a:r>
          </a:p>
          <a:p>
            <a:pPr>
              <a:lnSpc>
                <a:spcPts val="1350"/>
              </a:lnSpc>
              <a:spcAft>
                <a:spcPts val="200"/>
              </a:spcAft>
              <a:defRPr sz="900">
                <a:solidFill>
                  <a:srgbClr val="2D2D2D"/>
                </a:solidFill>
                <a:latin typeface="Consolas"/>
              </a:defRPr>
            </a:pPr>
            <a:r>
              <a:t>• 评论管理：删除接口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 系统实现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5.3 后端实现技术要点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统一响应、异常处理、认证拦截、事务管理、数据初始化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23/28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743200"/>
                <a:gridCol w="36576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实现要点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技术方案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代码位置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统一响应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Result&lt;T&gt; 泛型类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code + msg + data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common/Result.java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所有接口统一返回格式，前端只需判断 code 是否为 200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统一异常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BusinessException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GlobalExceptionHandler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exception/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@ControllerAdvice 全局捕获，业务错误转为明确提示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认证拦截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AuthInterceptor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JwtUtil + UserContext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interceptor/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util/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preHandle 解析 JWT → 查询用户 → 校验状态 → 写入 ThreadLocal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分页查询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PaginationInnerInterceptor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MyBatis-Plus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config/MybatisPlusConfig.java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自动分页拦截，Page 对象传入 Service 层自动拼接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菜谱事务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@Transactional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create/update 方法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service/impl/RecipeServiceImpl.java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主表 + 食材子表 + 步骤子表在同一事务中写入，保证原子性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互动计数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收藏/评论变更后刷新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like_count/comment_count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service/impl/FavoriteServiceImpl.java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CommentServiceImpl.java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冗余统计字段，避免频繁 JOIN 查询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初始化数据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CommandLineRunner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DataInitializer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config/DataInitializer.java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启动时检查并初始化 admin 账号和默认分类，补齐统计字段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逻辑删除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@TableLogic</a:t>
                      </a:r>
                    </a:p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MyBatis-Plus 逻辑删除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entity/Recipe.java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deleted 字段标记删除，数据可恢复，查询自动过滤已删除记录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测试环境、测试策略与功能测试结果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 系统测试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6.1 测试环境与功能测试结果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覆盖页面交互、后端接口、数据库写入和权限边界的完整测试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25/28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测试类别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环境/工具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测试重点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操作系统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本地开发、运行与演示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Node.js、Vite、Vue 3、Element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页面跳转、表单交互、状态提示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后端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JDK 17、Spring Boot 3.3.7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REST 接口、JWT 拦截、业务逻辑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MySQL 8.4、DBeaver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表结构、外键关系、写入结果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接口工具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Postman / Apifox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登录、发布、收藏、评论、后台接口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1371600"/>
              </a:tblGrid>
              <a:tr h="254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测试操作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预期结果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注册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填写用户名、密码、昵称提交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账号创建成功，可进入登录流程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输入正确账号密码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返回 JWT token 和用户信息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菜谱浏览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首页、列表、分类筛选、关键词搜索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返回匹配菜谱并正常分页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发布菜谱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填写分类、标题、食材、步骤后提交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生成菜谱并可进入详情页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登录后收藏/取消收藏菜谱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收藏状态和 favorite_count 更新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评论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登录后发表评论并刷新详情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评论写入并显示在评论列表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冰箱寻菜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选择已有食材后搜索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按匹配度展示可做菜谱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后台管理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管理员启停用户、上下架菜谱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管理操作生效，非管理员被拦截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spcAft>
                <a:spcPts val="200"/>
              </a:spcAft>
              <a:defRPr sz="4200" b="1">
                <a:solidFill>
                  <a:srgbClr val="FF6B3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工具辅助开发总结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AI 工具使用总览与辅助开发作用总结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9601200" cy="1371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基于 Vue + Spring Boot + MySQL 的菜谱分享与管理系统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459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2D2D2D"/>
                </a:solidFill>
                <a:latin typeface="Microsoft YaHei"/>
              </a:defRPr>
            </a:pPr>
            <a:r>
              <a:t>AI 工具使用总结与项目展望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AI 提效工具 + 项目收获 + 后续优化方向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00" cy="9144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27/28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使用场景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具体帮助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需求分析、数据库设计、SQL 学习、文档生成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形成结构化思路，辅助解释技术点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Google Stitch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前端页面灵感设计、UI 风格参考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帮助确定温暖美食社区视觉方向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GitHub Copilot / Cursor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代码补全、组件生成、Bug 排查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提升样板代码和重复逻辑编写效率</a:t>
                      </a:r>
                    </a:p>
                  </a:txBody>
                  <a:tcPr>
                    <a:solidFill>
                      <a:srgbClr val="FFF0E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DBeaver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数据库管理与 SQL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查看表结构、验证数据写入与关联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▎AI 辅助开发核心作用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提高效率：快速梳理需求、生成接口清单、辅助 SQL 与文档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辅助学习：解释 JWT、MyBatis-Plus、Vue Router、Pinia 等技术点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规范流程：把需求分析、数据库设计、接口设计、测试记录串成完整报告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保持主导：核心业务理解、代码调试、数据验证和答辩表达仍需自己完成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572000" cy="256032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▎项目总结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完成了一个覆盖内容分享、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互动和后台治理的前后端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分离课程项目。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实现菜谱分享与管理主流程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Vue + Spring Boot + MySQL 联调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覆盖用户端、后台端和测试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100 道种子数据完整展示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冰箱寻菜智能匹配特色功能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389120"/>
            <a:ext cx="4572000" cy="1828800"/>
          </a:xfrm>
          <a:prstGeom prst="roundRect">
            <a:avLst/>
          </a:prstGeom>
          <a:solidFill>
            <a:srgbClr val="FFF0E5"/>
          </a:solidFill>
          <a:ln w="12700">
            <a:solidFill>
              <a:srgbClr val="E8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▎收获与后续优化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掌握前后端分离开发流程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理解关系建模和接口设计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后续：图片上传与裁剪 / AI 菜谱推荐</a:t>
            </a:r>
          </a:p>
          <a:p>
            <a:pPr>
              <a:lnSpc>
                <a:spcPts val="1500"/>
              </a:lnSpc>
              <a:spcAft>
                <a:spcPts val="2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移动端适配 / 营养分析 / 部署上线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感谢聆听！欢迎提问与交流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